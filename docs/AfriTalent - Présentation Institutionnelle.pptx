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D48B19-4ADE-4DF3-B17C-883AB041B332}">
  <a:tblStyle styleId="{F1D48B19-4ADE-4DF3-B17C-883AB041B3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64097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AfriTalent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64247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Valoriser l'expertise numérique africaine.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Plateforme de mise en relation stratégique entre talents tech et opportunités globales.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76588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Présenté par Magatte Fall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915542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155507" y="3144142"/>
            <a:ext cx="78809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Vision et Objectifs Stratégiques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343150" y="3668017"/>
            <a:ext cx="750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Connecter le potentiel technologique de l'Afrique avec la demande croissante du marché international.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5565"/>
            <a:ext cx="5286375" cy="2099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55565"/>
            <a:ext cx="5286375" cy="20992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15084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Inclusion Numérique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69376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Faciliter l'accès aux missions internationales pour les freelances résidant en Afrique, sans barrières géographiques ou administratives.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400" y="315084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Écosystème de Confiance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369376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Créer un tiers de confiance garantissant la qualité des livrables pour les entreprises et la sécurité des paiements pour les freelances.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 Potentiel Tech en Afrique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200025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L'Afrique connaît une accélération sans précédent de sa révolution numérique 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395079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AfriTalent se positionne comme l'accélérateur de cette transition pour les talents locaux.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57250" y="27002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270123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Pénétration internet mobile passée de 3% à 40% en 15 ans.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29745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2975520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Émergence de hubs technologiques majeurs (Dakar, Lagos, Nairobi).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35231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524101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Besoin critique d'experts en Cyber-sécurité, IA et Cloud.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5052"/>
            <a:ext cx="3492549" cy="2680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65052"/>
            <a:ext cx="3492549" cy="2680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65052"/>
            <a:ext cx="3492549" cy="268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Fonctionnalités : Côté Freelance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342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Profil Certifié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09625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Création d'un profil détaillé avec validation des compétences et intégration de portfolio.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125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Recherche Avancée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87924" y="3993802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Filtres par technologies, TJM, durée et type de mission (Full Remote / Hybride).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290816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Paiements Sécurisés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366224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Système de paiement garanti par mise sous séquestre (Escrow) adapté aux réalités locales.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84127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8412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84127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5052"/>
            <a:ext cx="3492549" cy="2680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65052"/>
            <a:ext cx="3492549" cy="2680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65052"/>
            <a:ext cx="3492549" cy="268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Fonctionnalités : Côté Recruteur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342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Dépôt de Mission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9625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Publication structurée des besoins techniques avec matching automatique des profils.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5125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Messagerie Directe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587924" y="3993802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Interface de communication sécurisée pour les entretiens techniques et le suivi.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290816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Tableau de Bord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366224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Suivi en temps réel de l'avancement des missions et gestion centralisée de la facturation.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284127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4127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84127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Domaines d'Intervention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9"/>
          <p:cNvGraphicFramePr/>
          <p:nvPr/>
        </p:nvGraphicFramePr>
        <p:xfrm>
          <a:off x="571500" y="249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{F1D48B19-4ADE-4DF3-B17C-883AB041B332}</a:tableStyleId>
              </a:tblPr>
              <a:tblGrid>
                <a:gridCol w="2948275"/>
                <a:gridCol w="4422425"/>
                <a:gridCol w="3678275"/>
              </a:tblGrid>
              <a:tr h="56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Catégorie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Spécialités Clés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Outils &amp; Stacks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Développement Web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Frontend, Backend, Fullstack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React, Node.js, PHP, Python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Design UI/UX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Interfaces, Prototypage, Recherche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Figma, Adobe XD, Sketch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&amp;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Science, ML, Big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TensorFlow, Spark, Power BI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DevOps &amp;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Infrastructure, Automatisation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Docker, Kubernetes, AWS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9"/>
          <p:cNvSpPr/>
          <p:nvPr/>
        </p:nvSpPr>
        <p:spPr>
          <a:xfrm>
            <a:off x="571500" y="3018532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519785" y="3018532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942212" y="3018532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71500" y="3588097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519785" y="3588097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942212" y="3588097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4157662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519785" y="4157662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942212" y="4157662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4727227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519785" y="4727227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942212" y="4727227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5296792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519785" y="5296792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942212" y="5296792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Marché IT Africain : Prévisions 2030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0059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Estimation de la valeur du marché des services numériques (en Milliards USD)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Compétences les plus Demandées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6252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 : Analyse des offres publiées (AfriTalent Monitor 2024)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Roadmap du Développement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1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691580" y="379184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MVP : Lancement plateforme &amp; Profils certifiés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3444180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2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4564260" y="379184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3444180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Paiement sécurisé &amp; Gestion de litiges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316860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3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7436941" y="379184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316860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Expansion : Afrique de l'Ouest &amp; Centrale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189541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4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10309621" y="379184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9189541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Matching intelligent via IA (IA-Match Engine)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3708052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0309"/>
            <a:ext cx="3492549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40309"/>
            <a:ext cx="3492549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40309"/>
            <a:ext cx="3492549" cy="3329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Nos Engagements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34217" y="4050059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Innovation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09625" y="4592984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Anticiper les besoins technologiques de demain.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512517" y="4050059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Communauté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4587924" y="4592984"/>
            <a:ext cx="30162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Favoriser l'entraide et le mentorat tech.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290816" y="4050059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Excellence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8366224" y="4592984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Garantir une qualité de service irréprochable.</a:t>
            </a:r>
            <a:endParaRPr/>
          </a:p>
        </p:txBody>
      </p:sp>
      <p:pic>
        <p:nvPicPr>
          <p:cNvPr descr="image.png" id="240" name="Google Shape;24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478434"/>
            <a:ext cx="30162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7924" y="2478434"/>
            <a:ext cx="30162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478434"/>
            <a:ext cx="3016299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450" y="3023294"/>
            <a:ext cx="4991100" cy="121533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3475672" y="1844129"/>
            <a:ext cx="52406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 et Collaboration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3600450" y="2463254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Merci pour votre attention. Rejoignez la révolution AfriTalent.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619750" y="4429125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3600450" y="4657725"/>
            <a:ext cx="49911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© 2024 AfriTalent - Dakar, Sénégal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3790950" y="3213794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Contact 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contact@afritalent.com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3790950" y="3630959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Site Web 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msfvenom-0.github.io/FALL-MAGATTE-AfriTalent/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204326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02612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00898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0165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0165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39994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39994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7842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47842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18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218613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https://plus.unsplash.com/premium_photo-1682141040557-bdffedea0906?fm=jpg&amp;q=60&amp;w=3000&amp;auto=format&amp;fit=crop&amp;ixlib=rb-4.1.0&amp;ixid=M3wxMjA3fDB8MHxwaG90by1wYWdlfHx8fGVufDB8fHx8fA%3D%3D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26299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unsplash.com</a:t>
            </a:r>
            <a:endParaRPr/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316899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https://static.vecteezy.com/system/resources/previews/072/832/825/non_2x/abstract-dark-futuristic-technology-background-with-glowing-hexagon-circuit-connections-gradient-blue-and-purple-lines-digital-network-pattern-data-flow-ai-innovation-blockchain-cyber-tech-vector.jpg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36128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8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41518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https://edutech.global/wp-content/uploads/2025/07/BLOG-14-image-4-1-1024x717.png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43975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edutech.global</a:t>
            </a:r>
            <a:endParaRPr/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22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493662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https://static.vecteezy.com/system/resources/previews/049/774/211/large_2x/young-african-american-businesswoman-in-office-using-laptop-smiling-and-showing-success-professional-work-environment-with-modern-technology-and-determined-expression-photo.jpg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53804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